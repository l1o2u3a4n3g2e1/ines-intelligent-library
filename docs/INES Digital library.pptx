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f32c23a3c5403f" /><Relationship Type="http://schemas.openxmlformats.org/officeDocument/2006/relationships/extended-properties" Target="/docProps/app.xml" Id="Rb50279bd4d614534" /><Relationship Type="http://schemas.openxmlformats.org/officeDocument/2006/relationships/officeDocument" Target="/ppt/presentation.xml" Id="Rafd1cd9cbbfe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28fae9c81c4f81"/>
  </p:sldMasterIdLst>
  <p:notesMasterIdLst>
    <p:notesMasterId xmlns:r="http://schemas.openxmlformats.org/officeDocument/2006/relationships" r:id="Rba5a998160624231"/>
  </p:notesMasterIdLst>
  <p:sldIdLst>
    <p:sldId xmlns:r="http://schemas.openxmlformats.org/officeDocument/2006/relationships" id="256" r:id="R6dffaa0d5a804b7e"/>
    <p:sldId xmlns:r="http://schemas.openxmlformats.org/officeDocument/2006/relationships" id="257" r:id="R1491ec9b6dde47cb"/>
    <p:sldId xmlns:r="http://schemas.openxmlformats.org/officeDocument/2006/relationships" id="258" r:id="R6805c8246665485a"/>
    <p:sldId xmlns:r="http://schemas.openxmlformats.org/officeDocument/2006/relationships" id="259" r:id="Re3528dd86e5b475a"/>
    <p:sldId xmlns:r="http://schemas.openxmlformats.org/officeDocument/2006/relationships" id="260" r:id="R6eb4afbe32904af8"/>
    <p:sldId xmlns:r="http://schemas.openxmlformats.org/officeDocument/2006/relationships" id="261" r:id="R3794df90f19b4024"/>
    <p:sldId xmlns:r="http://schemas.openxmlformats.org/officeDocument/2006/relationships" id="262" r:id="Rd0104d3934894ae6"/>
    <p:sldId xmlns:r="http://schemas.openxmlformats.org/officeDocument/2006/relationships" id="263" r:id="Rc5bfc2193f394e66"/>
    <p:sldId xmlns:r="http://schemas.openxmlformats.org/officeDocument/2006/relationships" id="264" r:id="Rb4a08e6d5dcb4be7"/>
    <p:sldId xmlns:r="http://schemas.openxmlformats.org/officeDocument/2006/relationships" id="265" r:id="Ra957812c6b6b4e7c"/>
    <p:sldId xmlns:r="http://schemas.openxmlformats.org/officeDocument/2006/relationships" id="266" r:id="Rebf0869cccc14a2f"/>
    <p:sldId xmlns:r="http://schemas.openxmlformats.org/officeDocument/2006/relationships" id="267" r:id="R0ab41cd279514617"/>
    <p:sldId xmlns:r="http://schemas.openxmlformats.org/officeDocument/2006/relationships" id="268" r:id="Rebfdccf66f0d477c"/>
    <p:sldId xmlns:r="http://schemas.openxmlformats.org/officeDocument/2006/relationships" id="269" r:id="R321e00f15e294630"/>
    <p:sldId xmlns:r="http://schemas.openxmlformats.org/officeDocument/2006/relationships" id="270" r:id="R0d2fb580368942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f596764064c70" /><Relationship Type="http://schemas.openxmlformats.org/officeDocument/2006/relationships/slideMaster" Target="/ppt/slideMasters/slideMaster1.xml" Id="R0428fae9c81c4f81" /><Relationship Type="http://schemas.openxmlformats.org/officeDocument/2006/relationships/notesMaster" Target="/ppt/notesMasters/notesMaster1.xml" Id="Rba5a998160624231" /><Relationship Type="http://schemas.openxmlformats.org/officeDocument/2006/relationships/presProps" Target="/ppt/presProps.xml" Id="R2de518690874426a" /><Relationship Type="http://schemas.openxmlformats.org/officeDocument/2006/relationships/tableStyles" Target="/ppt/tableStyles.xml" Id="Rf9da7b79ad5042b4" /><Relationship Type="http://schemas.openxmlformats.org/officeDocument/2006/relationships/slide" Target="/ppt/slides/slide1.xml" Id="R6dffaa0d5a804b7e" /><Relationship Type="http://schemas.openxmlformats.org/officeDocument/2006/relationships/slide" Target="/ppt/slides/slide2.xml" Id="R1491ec9b6dde47cb" /><Relationship Type="http://schemas.openxmlformats.org/officeDocument/2006/relationships/slide" Target="/ppt/slides/slide3.xml" Id="R6805c8246665485a" /><Relationship Type="http://schemas.openxmlformats.org/officeDocument/2006/relationships/slide" Target="/ppt/slides/slide4.xml" Id="Re3528dd86e5b475a" /><Relationship Type="http://schemas.openxmlformats.org/officeDocument/2006/relationships/slide" Target="/ppt/slides/slide5.xml" Id="R6eb4afbe32904af8" /><Relationship Type="http://schemas.openxmlformats.org/officeDocument/2006/relationships/slide" Target="/ppt/slides/slide6.xml" Id="R3794df90f19b4024" /><Relationship Type="http://schemas.openxmlformats.org/officeDocument/2006/relationships/slide" Target="/ppt/slides/slide7.xml" Id="Rd0104d3934894ae6" /><Relationship Type="http://schemas.openxmlformats.org/officeDocument/2006/relationships/slide" Target="/ppt/slides/slide8.xml" Id="Rc5bfc2193f394e66" /><Relationship Type="http://schemas.openxmlformats.org/officeDocument/2006/relationships/slide" Target="/ppt/slides/slide9.xml" Id="Rb4a08e6d5dcb4be7" /><Relationship Type="http://schemas.openxmlformats.org/officeDocument/2006/relationships/slide" Target="/ppt/slides/slide10.xml" Id="Ra957812c6b6b4e7c" /><Relationship Type="http://schemas.openxmlformats.org/officeDocument/2006/relationships/slide" Target="/ppt/slides/slide11.xml" Id="Rebf0869cccc14a2f" /><Relationship Type="http://schemas.openxmlformats.org/officeDocument/2006/relationships/slide" Target="/ppt/slides/slide12.xml" Id="R0ab41cd279514617" /><Relationship Type="http://schemas.openxmlformats.org/officeDocument/2006/relationships/slide" Target="/ppt/slides/slide13.xml" Id="Rebfdccf66f0d477c" /><Relationship Type="http://schemas.openxmlformats.org/officeDocument/2006/relationships/slide" Target="/ppt/slides/slide14.xml" Id="R321e00f15e294630" /><Relationship Type="http://schemas.openxmlformats.org/officeDocument/2006/relationships/slide" Target="/ppt/slides/slide15.xml" Id="R0d2fb580368942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9482b42a69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8c61d70f147fb" /><Relationship Type="http://schemas.openxmlformats.org/officeDocument/2006/relationships/notesMaster" Target="/ppt/notesMasters/notesMaster1.xml" Id="Rb7128f66faad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c864da6a8e493f" /><Relationship Type="http://schemas.openxmlformats.org/officeDocument/2006/relationships/notesMaster" Target="/ppt/notesMasters/notesMaster1.xml" Id="R79a783756cf541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6c7bb0b0554593" /><Relationship Type="http://schemas.openxmlformats.org/officeDocument/2006/relationships/notesMaster" Target="/ppt/notesMasters/notesMaster1.xml" Id="Re29fe1fadc6f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921eb2ea94d52" /><Relationship Type="http://schemas.openxmlformats.org/officeDocument/2006/relationships/notesMaster" Target="/ppt/notesMasters/notesMaster1.xml" Id="Rd2b53eeb225a46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7113047e6434c" /><Relationship Type="http://schemas.openxmlformats.org/officeDocument/2006/relationships/notesMaster" Target="/ppt/notesMasters/notesMaster1.xml" Id="R7957f2759cfb4f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1d39027b147e1" /><Relationship Type="http://schemas.openxmlformats.org/officeDocument/2006/relationships/notesMaster" Target="/ppt/notesMasters/notesMaster1.xml" Id="R499230a8fa8e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0bc585a594383" /><Relationship Type="http://schemas.openxmlformats.org/officeDocument/2006/relationships/notesMaster" Target="/ppt/notesMasters/notesMaster1.xml" Id="R1dc298d47365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f447c8418a497f" /><Relationship Type="http://schemas.openxmlformats.org/officeDocument/2006/relationships/notesMaster" Target="/ppt/notesMasters/notesMaster1.xml" Id="R7852b9e9dc4c4b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7933ebdf6041af" /><Relationship Type="http://schemas.openxmlformats.org/officeDocument/2006/relationships/notesMaster" Target="/ppt/notesMasters/notesMaster1.xml" Id="R5a349eca77b6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4da0531d924894" /><Relationship Type="http://schemas.openxmlformats.org/officeDocument/2006/relationships/notesMaster" Target="/ppt/notesMasters/notesMaster1.xml" Id="Rc2809989074548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b31506ca864ece" /><Relationship Type="http://schemas.openxmlformats.org/officeDocument/2006/relationships/notesMaster" Target="/ppt/notesMasters/notesMaster1.xml" Id="R2513ce864501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af5c4ef8394cae" /><Relationship Type="http://schemas.openxmlformats.org/officeDocument/2006/relationships/notesMaster" Target="/ppt/notesMasters/notesMaster1.xml" Id="R493cd5c98d1644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4769cb3c0345ac" /><Relationship Type="http://schemas.openxmlformats.org/officeDocument/2006/relationships/notesMaster" Target="/ppt/notesMasters/notesMaster1.xml" Id="R6d3cfa54c0c84f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de91053bf549fb" /><Relationship Type="http://schemas.openxmlformats.org/officeDocument/2006/relationships/notesMaster" Target="/ppt/notesMasters/notesMaster1.xml" Id="R405ecfe9eae648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3eec142274457a" /><Relationship Type="http://schemas.openxmlformats.org/officeDocument/2006/relationships/notesMaster" Target="/ppt/notesMasters/notesMaster1.xml" Id="Rd0d6ca78b1d4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name and explain that the system is a practical digital library plus voice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comes before objectives, as in the dissertation. Use the image to explain the main challenges with few extra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to explain the current/manual web catalogue experience and its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objectives match the final dissertation book wording in concise slide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frontend never connects directly to MySQL or Python. It goes through the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short break to transition from objectives to the implemented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simple during presentation: problem, needs, design, build,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important files: AuthContext, api/client.js, api.php, auth.php, role.php.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where STT/TTS connects to backend and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prepared document for deeper dependency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Vite is the frontend build and dev server tool. PDO is PHP Data Objects, used for safe MySQL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exact demonstration path. Show login, dashboards, reader, backend health, phpMyAdmin tables, voice search, and narration.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achievements without overclaiming model training or survey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should sound practical and connected to known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panel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1eff28c49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4c8b7f801472f" /><Relationship Type="http://schemas.openxmlformats.org/officeDocument/2006/relationships/slideLayout" Target="/ppt/slideLayouts/slideLayout1.xml" Id="R623a17b2835f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a17b2835f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7a0f3a0474c22" /><Relationship Type="http://schemas.openxmlformats.org/officeDocument/2006/relationships/image" Target="/ppt/media/image.png" Id="R96de018203c94232" /><Relationship Type="http://schemas.openxmlformats.org/officeDocument/2006/relationships/notesSlide" Target="/ppt/notesSlides/notesSlide1.xml" Id="R2ae790dd8b7644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60caf91da4cca" /><Relationship Type="http://schemas.openxmlformats.org/officeDocument/2006/relationships/image" Target="/ppt/media/image2.png" Id="Rdbc14bd2169047fb" /><Relationship Type="http://schemas.openxmlformats.org/officeDocument/2006/relationships/image" Target="/ppt/media/image3.png" Id="Rd2428d04b5684210" /><Relationship Type="http://schemas.openxmlformats.org/officeDocument/2006/relationships/notesSlide" Target="/ppt/notesSlides/notesSlide2.xml" Id="Rffbfe73741ce43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eedd9cb1945ea" /><Relationship Type="http://schemas.openxmlformats.org/officeDocument/2006/relationships/image" Target="/ppt/media/image4.png" Id="R2d705db3e6994e0b" /><Relationship Type="http://schemas.openxmlformats.org/officeDocument/2006/relationships/image" Target="/ppt/media/image5.png" Id="R471c0bf9691743fd" /><Relationship Type="http://schemas.openxmlformats.org/officeDocument/2006/relationships/notesSlide" Target="/ppt/notesSlides/notesSlide3.xml" Id="Rd3112845566c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569b09584734" /><Relationship Type="http://schemas.openxmlformats.org/officeDocument/2006/relationships/image" Target="/ppt/media/image6.png" Id="R90d3a01ba30a42b2" /><Relationship Type="http://schemas.openxmlformats.org/officeDocument/2006/relationships/notesSlide" Target="/ppt/notesSlides/notesSlide4.xml" Id="R99b81c30c41c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68e02db04215" /><Relationship Type="http://schemas.openxmlformats.org/officeDocument/2006/relationships/image" Target="/ppt/media/image7.png" Id="R350ba9320cd44c7e" /><Relationship Type="http://schemas.openxmlformats.org/officeDocument/2006/relationships/notesSlide" Target="/ppt/notesSlides/notesSlide5.xml" Id="R3e8e5cd658d242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1cae0c5e049c7" /><Relationship Type="http://schemas.openxmlformats.org/officeDocument/2006/relationships/image" Target="/ppt/media/image8.png" Id="R50b6cd3d3402430e" /><Relationship Type="http://schemas.openxmlformats.org/officeDocument/2006/relationships/notesSlide" Target="/ppt/notesSlides/notesSlide6.xml" Id="Rb8acb60638e64d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7fd87ef3a4e70" /><Relationship Type="http://schemas.openxmlformats.org/officeDocument/2006/relationships/image" Target="/ppt/media/image9.png" Id="Ra49d6e5a7aa64251" /><Relationship Type="http://schemas.openxmlformats.org/officeDocument/2006/relationships/notesSlide" Target="/ppt/notesSlides/notesSlide7.xml" Id="R267b333c18b34b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33905af14c17" /><Relationship Type="http://schemas.openxmlformats.org/officeDocument/2006/relationships/image" Target="/ppt/media/image10.png" Id="R0fe5611e8af14af7" /><Relationship Type="http://schemas.openxmlformats.org/officeDocument/2006/relationships/notesSlide" Target="/ppt/notesSlides/notesSlide8.xml" Id="Rcdf9f0e4433742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68bb818f946ae" /><Relationship Type="http://schemas.openxmlformats.org/officeDocument/2006/relationships/image" Target="/ppt/media/image11.png" Id="Rc23e82952a334b2b" /><Relationship Type="http://schemas.openxmlformats.org/officeDocument/2006/relationships/notesSlide" Target="/ppt/notesSlides/notesSlide9.xml" Id="R255d0384fdcf49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f341397714114" /><Relationship Type="http://schemas.openxmlformats.org/officeDocument/2006/relationships/image" Target="/ppt/media/image12.png" Id="R2fe3834efaad42f0" /><Relationship Type="http://schemas.openxmlformats.org/officeDocument/2006/relationships/notesSlide" Target="/ppt/notesSlides/notesSlide10.xml" Id="R3b875e4d214041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03de2efe846c8" /><Relationship Type="http://schemas.openxmlformats.org/officeDocument/2006/relationships/image" Target="/ppt/media/image13.png" Id="R5091c8e3a95f4245" /><Relationship Type="http://schemas.openxmlformats.org/officeDocument/2006/relationships/notesSlide" Target="/ppt/notesSlides/notesSlide11.xml" Id="R6fed5fc38f234b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3384d81a74206" /><Relationship Type="http://schemas.openxmlformats.org/officeDocument/2006/relationships/image" Target="/ppt/media/image14.png" Id="R55586c55d88a4cfe" /><Relationship Type="http://schemas.openxmlformats.org/officeDocument/2006/relationships/notesSlide" Target="/ppt/notesSlides/notesSlide12.xml" Id="R7fe3e5d6d39a45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54c14385947ed" /><Relationship Type="http://schemas.openxmlformats.org/officeDocument/2006/relationships/image" Target="/ppt/media/image15.png" Id="Rf190550643794206" /><Relationship Type="http://schemas.openxmlformats.org/officeDocument/2006/relationships/notesSlide" Target="/ppt/notesSlides/notesSlide13.xml" Id="Rbffb529943c542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3bcbf5bc84a72" /><Relationship Type="http://schemas.openxmlformats.org/officeDocument/2006/relationships/image" Target="/ppt/media/image16.png" Id="Rcef124828a454714" /><Relationship Type="http://schemas.openxmlformats.org/officeDocument/2006/relationships/notesSlide" Target="/ppt/notesSlides/notesSlide14.xml" Id="R7fdb49799a5241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db72533044ae8" /><Relationship Type="http://schemas.openxmlformats.org/officeDocument/2006/relationships/image" Target="/ppt/media/image17.png" Id="Rf37d54f7db9f4b6c" /><Relationship Type="http://schemas.openxmlformats.org/officeDocument/2006/relationships/notesSlide" Target="/ppt/notesSlides/notesSlide15.xml" Id="R3d2334fa51ed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69D29-38E8-4614-B0E1-9E6DE0C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e018203c94232"/>
          <a:stretch xmlns:a="http://schemas.openxmlformats.org/drawingml/2006/main"/>
        </p:blipFill>
        <p:spPr>
          <a:xfrm xmlns:a="http://schemas.openxmlformats.org/drawingml/2006/main">
            <a:off x="801522" y="55245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A7E50-0DF8-4386-B0F7-11B49D3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3BBA3-62E8-429B-8076-92BD705E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EE6"/>
                </a:solidFill>
                <a:latin typeface="Aptos"/>
                <a:ea typeface="Aptos"/>
                <a:cs typeface="Aptos"/>
              </a:rPr>
              <a:t>Transformer-Based Voice-Interactive System for Book Retrieval and Audio-Reading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C4071-01D4-47F5-80B5-8F179B7B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334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A121E-544A-496A-9EF6-6CACBC5F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System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7F0C-52FC-493F-AA79-41D8A33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role-based digital library connected to MySQL, PHP APIs, React/Vite, and Python AI speech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7BFE9-FF0A-482A-93E6-8D3D84F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Presenter: Anne Louange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Institution: INES-Ruhengeri</a:t>
            </a:r>
          </a:p>
        </p:txBody>
      </p:sp>
    </p:spTree>
    <p:extLst>
      <p:ext uri="{BB962C8B-B14F-4D97-AF65-F5344CB8AC3E}">
        <p14:creationId xmlns:p14="http://schemas.microsoft.com/office/powerpoint/2010/main" val="873481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874E2-EBA1-4A77-83A7-C630ABB7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B4F5F-E779-4583-ADB7-4C982D31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60660-8A65-42AC-A50A-01556F2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A0177-F532-4FFB-ABB3-2663D771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FC895-8DE6-4BD7-92B2-2E97C79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14bd2169047f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28d04b5684210"/>
          <a:stretch xmlns:a="http://schemas.openxmlformats.org/drawingml/2006/main"/>
        </p:blipFill>
        <p:spPr>
          <a:xfrm xmlns:a="http://schemas.openxmlformats.org/drawingml/2006/main">
            <a:off x="2614613" y="1562100"/>
            <a:ext cx="6143625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</p:spTree>
    <p:extLst>
      <p:ext uri="{BB962C8B-B14F-4D97-AF65-F5344CB8AC3E}">
        <p14:creationId xmlns:p14="http://schemas.microsoft.com/office/powerpoint/2010/main" val="171938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1934A-476D-47DF-8849-516833C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201AB-1956-4BF9-B736-4290BDD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9AC9-4C64-4B1F-917E-5A57A9A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C62D9-7D13-4EDD-8025-E3136EAE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Current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10182-9E28-4BE7-9BD1-1FAFEA41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05db3e6994e0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65A08-B482-4BD8-9AFB-C681BCC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Main challenges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9985F-C6A4-4AD3-BC8C-3D1C383E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5AC35-541B-46F4-BE0A-5D377CB2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Typed catalogue search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9B2B5-4FF9-4770-AEFE-7B0A14C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C8517-0D0B-401B-8A2E-47A50132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No voice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7457A-B6FF-4949-BF05-2D2F019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3200A-A3DD-4560-9536-9358AFDE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No audio-reading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79842-E461-4B57-B900-197F80B2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F9D1D-7554-42B6-B45A-609A4235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Limited support for reading difficulties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4E797-D33E-4AE7-B846-1197121A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065E9-C0B4-4E85-863C-A67E8C49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Less convenient access to resources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CCE43-67E7-4667-BEC8-CDB5749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9867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E7622-C4C5-4015-B57A-E9AE6477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Need: easier book retrieval and more inclusive reading support.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c0bf9691743fd"/>
          <a:srcRect xmlns:a="http://schemas.openxmlformats.org/drawingml/2006/main" l="11215" t="0" r="112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676400"/>
            <a:ext cx="489585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</p:spTree>
    <p:extLst>
      <p:ext uri="{BB962C8B-B14F-4D97-AF65-F5344CB8AC3E}">
        <p14:creationId xmlns:p14="http://schemas.microsoft.com/office/powerpoint/2010/main" val="1801980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7DC40-E437-4FCA-8785-23B42E9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4B4B9-D9F9-447F-A0E7-A196D2D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69B08-0316-4A97-9B79-1BDD0CC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4C414-0229-424A-9AAD-958D1E3A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Research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E36F7-64D4-4DA6-B3D2-846C076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a01ba30a42b2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D7F80-5B23-4636-AF5B-7C578CE8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General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A3DCC-D6E4-4BA0-98C1-2D56AC7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To design and develop a Transformer-Based Voice-Interactive System for Book Retrieval and Audio-Reading that enhances accessibility and inclusive learning within INES Ruhengeri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F0699-9289-4FDB-BBB8-24DF2D0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Specific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E85AA-1C4D-4364-A863-B2816AEF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95B38-C9EB-4A8C-A4B2-BD1BE837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Collect and analyze accessibility and digital-library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EFD95-9AF7-4DA8-8340-B74952B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B2045-F46B-4103-B89E-85B465C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Design and implement Transformer-based STT and TTS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42095-FA23-461C-BB89-2E1FC306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AD3C0-824A-4A42-9B74-B4A37B98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Develop authentication and role-based access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CDE94-F520-49A3-A151-31E2291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DCCB-0289-4AD8-B9FE-BB2E277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Evaluate performance, usability, and resource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039743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79585-CBBD-487A-B2A0-6314128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190B-A8C2-431D-AA73-8518E7C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C1F1-963A-49D5-AEAA-5AF82A5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FADFB-1B15-4A68-A3FF-B848EF9F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New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62FF8-BB47-4837-9D69-4896D646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ba9320cd44c7e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75935-A9FD-4073-8AA8-4A9D4B1D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E666C-E49F-4132-A3C5-D34FD2D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54F7D-0A82-45E1-A2ED-F1101747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React + Vite 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D79EF-C101-4D5D-A399-78D75FC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0A189-35CD-4857-A5CA-FA45C054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B774A-9859-41E2-89A7-1767B43A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PHP API controls business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F5416-9900-4CF7-828E-967CF3C0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EC9FA-70A0-4984-B26E-C2AF320E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B94F9-3B86-4111-882B-A20F4BB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MySQL stores users, books,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2403F-1623-429B-B6ED-AAF8BD3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0E4E8-1FCA-4885-A991-994F2198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AI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D2A8E-443C-41CC-AB01-0A2C1F52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 + PyTorch speech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538FA-1DE7-4C4D-919B-597112B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C5C4E-378F-4658-899C-393C5C1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4711B-2DC3-4344-951C-7314C403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Token authentication and role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B13CF-C0B4-4046-85F8-D0B7D73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83648-477A-46EC-BACA-53D21C47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Demo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9064E-C92E-4897-B241-1D25CC4D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Health checks and model preload</a:t>
            </a:r>
          </a:p>
        </p:txBody>
      </p:sp>
    </p:spTree>
    <p:extLst>
      <p:ext uri="{BB962C8B-B14F-4D97-AF65-F5344CB8AC3E}">
        <p14:creationId xmlns:p14="http://schemas.microsoft.com/office/powerpoint/2010/main" val="313570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EFBA5-35D3-4C70-AEAB-D1F095E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6cd3d3402430e"/>
          <a:stretch xmlns:a="http://schemas.openxmlformats.org/drawingml/2006/main"/>
        </p:blipFill>
        <p:spPr>
          <a:xfrm xmlns:a="http://schemas.openxmlformats.org/drawingml/2006/main">
            <a:off x="83876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A4AE8-796E-48D5-A6F5-216805F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6B96E-681E-4CFA-ABC8-9434D21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EE6"/>
                </a:solidFill>
                <a:latin typeface="Aptos"/>
                <a:ea typeface="Aptos"/>
                <a:cs typeface="Aptos"/>
              </a:rPr>
              <a:t>Proposed voice-interactive system</a:t>
            </a:r>
          </a:p>
        </p:txBody>
      </p:sp>
    </p:spTree>
    <p:extLst>
      <p:ext uri="{BB962C8B-B14F-4D97-AF65-F5344CB8AC3E}">
        <p14:creationId xmlns:p14="http://schemas.microsoft.com/office/powerpoint/2010/main" val="821699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BE755-01E9-4546-A17E-31F7DDE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0AC0-9CA0-474F-9E37-EE1E8A7B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EE751-A25D-43D2-AC8A-4595F8F1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8C54F-9B99-4811-BAC9-D1A3101F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090FB-6CF5-436F-B25A-5C026767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d6e5a7aa64251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37F01-36C3-4CC4-B3FF-DD32C1E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Project stages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B6C6D-53A1-4AD1-96AC-43CCB65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230DC-D6AD-44D8-9EF8-505A5E02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193F3-B854-4A8C-8FD4-26D168F7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D3A4-1743-4EBE-9086-D9896032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68967-8384-4CD2-B9EF-9ECBF920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7170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66FC2-7478-46FE-B687-00A38BB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62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399AF-FF0D-4CCE-BF55-15FCFE6A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Collect needs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0165D-E116-49C6-BB57-9BCA5DB2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24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637F1-8096-4001-ACB8-0D3253F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852C9-33F3-46E1-B2E8-1D3A58E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62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2B03C-9E24-4435-B705-53CEB7F1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Design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64AE7-AECF-44A6-B8CB-6B5424A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67084-6C82-49E7-8E5D-CC1E6E5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7170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6748C-2EF1-417B-B7B9-DE29E32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62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0A68B-2DE7-4438-AEE3-9785BE5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Build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40F70-7839-4A33-89F0-E2A3095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24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DC2DF-1368-41C5-A670-58A700EB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0E3C8-EEA9-47A2-BB7E-6FB992A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110B6-890A-470A-A008-060A9C7E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Test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FBDC2-1A35-4D5C-A640-8C61379C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899F1-E453-4318-9D12-423616F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Data collection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3A026-167D-4F6C-8F97-16EA7F8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3695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Used to understand library needs, user challenges, and required system features.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AEE24C-14E1-4E88-9DD2-8B81D92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F81E1-6079-4016-9C13-94BE7C4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6D73B-3187-44B8-97A6-5E911662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Used to check login, search, book reading, database, speech-to-text, and text-to-speech.</a:t>
            </a:r>
          </a:p>
        </p:txBody>
      </p:sp>
    </p:spTree>
    <p:extLst>
      <p:ext uri="{BB962C8B-B14F-4D97-AF65-F5344CB8AC3E}">
        <p14:creationId xmlns:p14="http://schemas.microsoft.com/office/powerpoint/2010/main" val="1760383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6641A-813C-41CA-8966-C0812BE0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7F713-A089-4483-BE86-2FC3974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BABB3-061C-445B-A1F3-1D2036AE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E9437-43A3-43B7-9F2B-00A3EC2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Authentication and User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99D87-CE24-43F4-90AF-97162367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5611e8af14af7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B6FA1-A112-490F-9AD7-6F345AD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3068-95C5-4A60-8C13-B8E7A7C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Login is submitted from React through frontend/src/api/auth.js.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B5B7D-008E-40C5-B2EB-E67CEF9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1C7AF-EBA0-408A-A6BC-E5CEB11D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The PHP backend verifies the password using password_verify().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89DEE-E2A2-4EF8-91B7-B6F23CF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51B65-CF25-43A4-877A-6FA723D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 random token is generated, hashed, and stored in users.api_token_hash.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06E78-869C-4B71-A0F7-0DF3C13C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9D402-1857-4046-AA42-C5F393C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React stores the raw token as ines_token and sends it as a Bearer token.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FD27E-0CBA-4CD0-94C1-91CAB8F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7EB3-568A-49BE-B25C-9B0244D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ProtectedRoute and PHP role middleware restrict student, lecturer, and admin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C4D72-1E22-4061-AC3E-0DFFE2F2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000250" cy="23336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FD95E-436C-49C1-BE62-B8D5541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Key 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A5643-C232-462F-9A31-E735BB3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database stores the hashed token, not the raw session token.</a:t>
            </a:r>
          </a:p>
        </p:txBody>
      </p:sp>
    </p:spTree>
    <p:extLst>
      <p:ext uri="{BB962C8B-B14F-4D97-AF65-F5344CB8AC3E}">
        <p14:creationId xmlns:p14="http://schemas.microsoft.com/office/powerpoint/2010/main" val="697888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63015-EFCD-4E5D-A4F0-A0A7A01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75367-759F-4628-A64F-945EA0A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D5DA5-D7DD-4D4B-B097-A9FBA5C8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4EA88-B207-4897-852C-762E06F0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Speech Connection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05B60-A093-43A2-960B-696C075C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e82952a334b2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A3C19-1CE2-4E07-A731-1C388801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9096D-BC77-4F8F-AD80-12A69E17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CD8B4-3448-4E16-828B-7F437D7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Microphone or play 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66DB2-9B83-4D9A-8505-03E2ADE9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34744-29B5-4C0D-818A-BBC9D0E7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21F78-D1B9-4EBE-AB8F-BC72B2D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PHP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7D2EC-590C-4C3B-B302-525142F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Validates request and calls speech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CDC6E-77F4-4591-B521-0CA2BE74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D5020-3E6C-4DBF-AFD6-84442E98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5F359-82FE-4F8A-BDCA-AEF9C56A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B3F4F-1DEA-4B28-8BC3-CF798FBF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Receives audio/text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13F17-E766-4828-806A-48175265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C47AA-87DF-45EC-A06F-0743AF2B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72919-8536-44C9-9AE2-F351DA8D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PyTorch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67075-3E46-458E-8E78-73C6711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Runs Wav2Vec2, SpeechT5, or gTTS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81E20-BE5A-4100-B325-EF392F55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98827-BA65-4F7D-85E8-478CC87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95873-6F22-4770-A363-6EAF65D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F53EE-DA3B-4AEE-AD93-83174221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Shows text or plays audio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5B8F5-A31C-4D21-9301-BF9F3E6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Why it can delay: first model load, CPU speed, long page text, audio conversion, network for gTTS, or Python service not already warm.</a:t>
            </a:r>
          </a:p>
        </p:txBody>
      </p:sp>
    </p:spTree>
    <p:extLst>
      <p:ext uri="{BB962C8B-B14F-4D97-AF65-F5344CB8AC3E}">
        <p14:creationId xmlns:p14="http://schemas.microsoft.com/office/powerpoint/2010/main" val="2126369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12EFA-392C-4290-BFB6-5651B73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AA12A-A4AE-406D-B487-259CE63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192A6-127D-407D-A82A-405AAAD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C7E86-9429-45F7-8EDA-4721D260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Python Libraries and 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E879-C27F-4BBA-A65F-306564B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3834efaad42f0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40BD8-FAF7-481D-B1BB-70B754E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86CC4-89AA-4DE8-A902-0EB03942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PyTorch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E3A37-D3B1-426E-BBCC-DD9F39E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Runs transformer neural networks for STT/TTS inference and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38400-6CA2-41BA-A65F-85A4814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F56D4-ECC4-4868-99E0-A7D4F04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Transformers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7BA0D-4EE9-4783-9581-01C86396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Loads Wav2Vec2, SpeechT5, processors, and vocoder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380F7-9F32-4501-9F60-4B073F5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30A8F-A04B-4F49-9DD1-17D090DA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FastAPI + Uvicorn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8A12C-855D-462B-AD2A-F6255C5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Expose Python speech models as HTTP 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D6BC2-74E6-47E0-821D-70A05AC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A03FB-CC96-425D-9984-4A80325C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Librosa, NumPy, SoundFile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DAFA4-B53D-48D7-8C18-6E846708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Prepare audio: load, resample, normalize, and save waveforms.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7CD63-8BE0-470A-A73F-DDF25B9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86784-B8C3-49DB-B89E-9E1861D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gTTS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0AF95-1895-4415-A279-57D0E5C9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Provides clearer Google text-to-speech fallback when internet is available.</a:t>
            </a:r>
          </a:p>
        </p:txBody>
      </p:sp>
    </p:spTree>
    <p:extLst>
      <p:ext uri="{BB962C8B-B14F-4D97-AF65-F5344CB8AC3E}">
        <p14:creationId xmlns:p14="http://schemas.microsoft.com/office/powerpoint/2010/main" val="4279062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64949-84B3-422D-89B1-86096419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2E4F1-95B1-4FE0-9C83-28EDAB6D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521D8-56F0-491A-B6C4-3FD7A13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8329C-A13C-48F7-8978-C495BAF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Technologies Used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6DDF5-8691-479C-870A-F35DBE5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1c8e3a95f4245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A90A8-0037-4A65-807D-5308922B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F1161-DC9D-4C60-8EC6-08D501C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F8E19-0231-4E1E-9BF7-81B7394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React, Vite,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0DDFE-7F58-4023-AB6D-0E0B7A6E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A7916-258A-4936-AD03-805BCFE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4EBBC-14E6-43A3-A67B-D91E0BC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PHP API, PDO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E46A5-B66D-4B4D-AA15-DC86EE5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5B15F-C137-4B92-BAD3-F2C815B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2906A-41D0-4812-A87B-671C8E1A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12A6C-8D59-4E0E-9F6C-08CCA885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5D4E2-6CFE-4C82-BFD3-277AE447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AI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E898B-6ADF-4B7F-93E5-527F911D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Python, FastAPI, PyTorch, 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E38D5-C8ED-4EB1-863E-6B84C1E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6211E-3F28-423F-8D30-F05C5C38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Speech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F0AD4-472A-492E-894A-EEDABB9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Wav2Vec2, SpeechT5, gTTS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5A0DA-D0A0-4294-9038-D8E52B9A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1ED7D-8EE2-49E1-924A-4D8A18C8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Local 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C4D2A-B8FC-4F49-BCF8-0A05F93C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XAMPP</a:t>
            </a:r>
          </a:p>
        </p:txBody>
      </p:sp>
    </p:spTree>
    <p:extLst>
      <p:ext uri="{BB962C8B-B14F-4D97-AF65-F5344CB8AC3E}">
        <p14:creationId xmlns:p14="http://schemas.microsoft.com/office/powerpoint/2010/main" val="1432537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E8FAD-12DA-41B9-BF05-6424AB4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AD9D7-93FB-4E16-AC15-C0EFEB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9ABE-3EAE-4272-8781-53475BD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ADD0C-5893-4F82-853E-23F83F89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Live Demo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CBF00-6F3A-460C-A5C4-07723F4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86c55d88a4cfe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F5E76-DA12-4A40-9B2E-675A457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E0F4B-3024-4C6D-B390-8C8D906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866A4-9AD9-41A8-8C35-F3859F2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BC44D-DB27-4C81-818A-5E034B42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30A62-9EE3-493C-9F56-06C672CF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31C1-2450-4E7A-88F9-76CFB5C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5AF37-474E-4EBF-8363-A309634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41349-9CAE-4219-9592-2643468E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DDD1C-D67D-4D9F-A3BC-1D4856D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Backend 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1958F-57E5-489C-A4B1-F37CE6E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3A22F-BAC9-45DE-B444-2C40CA3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CA61D-0326-40B1-9C88-E45202C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Database 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66A4D-A2FD-47B4-AB5C-91FADE4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D9930-A4C6-44B4-B01B-6991150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6DF7A-D77B-41E8-8330-8EBCA9CB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Voice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19F1B-32C4-4841-BF3B-E5C42828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C5D6C-C30F-4209-B958-54786908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8F830-E41E-4CA4-A78F-A113F5B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Play narration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EF0AB-306A-46DD-AF88-7980EAE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Show frontend as the visible React/Vite pages, backend as the PHP health/API behavior, and database as MySQL tables in phpMyAdmin.</a:t>
            </a:r>
          </a:p>
        </p:txBody>
      </p:sp>
    </p:spTree>
    <p:extLst>
      <p:ext uri="{BB962C8B-B14F-4D97-AF65-F5344CB8AC3E}">
        <p14:creationId xmlns:p14="http://schemas.microsoft.com/office/powerpoint/2010/main" val="1669225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82305-AFE5-469B-B5C0-5641B6F8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84214-B16E-4ACD-94A4-E96D8054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27A2B-6F2D-4894-A4BF-41D53818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0B679-69DA-41CB-BC18-736E4EE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93CD2-8F0E-4EB8-BE5D-E1502DF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550643794206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4148C-7AB2-47A7-8F30-BE1ABE32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5080A-4DF4-42E4-8688-B578AC44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The project implements a working digital library for academic resource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DBF6B-B680-49FE-9F5B-44B1B5B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B92BB-8A17-45C6-ABD2-47BB5F27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Authentication connects frontend users to backend permissions and database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8B522-DB29-446A-8570-681C3D7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D7127-E766-495D-8604-38965E95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STT and TTS are connected through backend-controlled Python AI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E4D1F-77A5-4862-A29B-3EEC06A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85846-2C56-40F9-849B-85240DD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Testing must cover login, database, search, reader, STT, TTS, and health checks.</a:t>
            </a:r>
          </a:p>
        </p:txBody>
      </p:sp>
    </p:spTree>
    <p:extLst>
      <p:ext uri="{BB962C8B-B14F-4D97-AF65-F5344CB8AC3E}">
        <p14:creationId xmlns:p14="http://schemas.microsoft.com/office/powerpoint/2010/main" val="12234554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8F643-F8EB-49E3-B495-EE1E527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946D1-80B7-43A3-A213-90F9A6B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28CF9-7FFF-4F1F-A8B2-EFFAD7B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3D2D"/>
                </a:solidFill>
                <a:latin typeface="Aptos"/>
                <a:ea typeface="Aptos"/>
                <a:cs typeface="Aptos"/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F0DC6-EC01-43FF-BFA3-29487E7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Recommendations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80AE8-4DD6-4E81-A601-4C960BA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124828a454714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37912-DFF8-404D-B37E-8C4F7C0D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E0391-63C1-4BC9-856E-0D94F3A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Deploy on a server that supports PHP, MySQL, and persistent Python FastAPI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345B1-CB80-44AE-8ECF-40770A7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5874-BFD4-43A4-B2C7-C77B9E7F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Improve TTS quality with better text cleaning, chunking, and a stronger production voice.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29B51-E5B7-45A4-AD68-5D6D018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9D648-36EE-4962-B8B8-BA2D73A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Add full questionnaire/interview appendices if user validation is claimed.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02A91-5B7F-4439-AA97-E38205A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6F24B-BA06-459D-8EEF-8A553BB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Add mobile support and multilingual speech support 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236648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3CB4B0-4ED0-4A22-A7EB-975525FD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d54f7db9f4b6c"/>
          <a:stretch xmlns:a="http://schemas.openxmlformats.org/drawingml/2006/main"/>
        </p:blipFill>
        <p:spPr>
          <a:xfrm xmlns:a="http://schemas.openxmlformats.org/drawingml/2006/main">
            <a:off x="83876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F5648-4FBA-41E6-AA56-45CD011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3A725-95B1-4AB3-B867-2A69C575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EEE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DEEE6"/>
                </a:solidFill>
                <a:latin typeface="Aptos"/>
                <a:ea typeface="Aptos"/>
                <a:cs typeface="Aptos"/>
              </a:rPr>
              <a:t>Questions and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405F-D734-4B05-A9A3-C5371B8A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B2162-2AF2-4775-A502-D86A75C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A044"/>
                </a:solidFill>
                <a:latin typeface="Aptos"/>
                <a:ea typeface="Aptos"/>
                <a:cs typeface="Aptos"/>
              </a:rPr>
              <a:t>Defense reminder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0320A-03E2-48DE-B470-74DC110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76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using real project files, real services, and tested behavior.</a:t>
            </a:r>
          </a:p>
        </p:txBody>
      </p:sp>
    </p:spTree>
    <p:extLst>
      <p:ext uri="{BB962C8B-B14F-4D97-AF65-F5344CB8AC3E}">
        <p14:creationId xmlns:p14="http://schemas.microsoft.com/office/powerpoint/2010/main" val="1895545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2026-06-19T07:56:38.7160000Z</dcterms:created>
  <dcterms:modified xsi:type="dcterms:W3CDTF">2026-06-19T07:56:38.7160000Z</dcterms:modified>
</coreProperties>
</file>